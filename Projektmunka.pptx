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4660"/>
  </p:normalViewPr>
  <p:slideViewPr>
    <p:cSldViewPr snapToGrid="0">
      <p:cViewPr varScale="1">
        <p:scale>
          <a:sx n="70" d="100"/>
          <a:sy n="70" d="100"/>
        </p:scale>
        <p:origin x="7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160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386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143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41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32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199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06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912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495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403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946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25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85CB65D0-496F-4797-A015-C85839E35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A25596-73E9-AB56-F86B-4CBAE2AD37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909" b="91"/>
          <a:stretch>
            <a:fillRect/>
          </a:stretch>
        </p:blipFill>
        <p:spPr>
          <a:xfrm>
            <a:off x="1" y="10"/>
            <a:ext cx="12192000" cy="685798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5D2C779-8883-4E5F-A170-0F464918C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307" y="990598"/>
            <a:ext cx="12188952" cy="4745182"/>
          </a:xfrm>
          <a:prstGeom prst="rect">
            <a:avLst/>
          </a:prstGeom>
          <a:gradFill>
            <a:gsLst>
              <a:gs pos="35000">
                <a:srgbClr val="000000">
                  <a:alpha val="41000"/>
                </a:srgbClr>
              </a:gs>
              <a:gs pos="0">
                <a:srgbClr val="000000">
                  <a:alpha val="0"/>
                </a:srgbClr>
              </a:gs>
              <a:gs pos="47744">
                <a:srgbClr val="000000">
                  <a:alpha val="51000"/>
                </a:srgbClr>
              </a:gs>
              <a:gs pos="7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FF86074-92F8-5BC3-58D3-DC960BDC54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3541" y="990599"/>
            <a:ext cx="5619054" cy="4849091"/>
          </a:xfrm>
        </p:spPr>
        <p:txBody>
          <a:bodyPr anchor="ctr">
            <a:normAutofit/>
          </a:bodyPr>
          <a:lstStyle/>
          <a:p>
            <a:pPr algn="r"/>
            <a:r>
              <a:rPr lang="hu-HU" dirty="0">
                <a:solidFill>
                  <a:srgbClr val="FFFFFF"/>
                </a:solidFill>
              </a:rPr>
              <a:t>Projektmunka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592E7E4-4195-44BF-EAE0-7FDB983008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77944" y="2372588"/>
            <a:ext cx="2683352" cy="1981201"/>
          </a:xfrm>
        </p:spPr>
        <p:txBody>
          <a:bodyPr anchor="ctr">
            <a:normAutofit/>
          </a:bodyPr>
          <a:lstStyle/>
          <a:p>
            <a:r>
              <a:rPr lang="hu-HU" dirty="0" err="1">
                <a:solidFill>
                  <a:srgbClr val="FFFFFF"/>
                </a:solidFill>
              </a:rPr>
              <a:t>Kamecz</a:t>
            </a:r>
            <a:r>
              <a:rPr lang="hu-HU" dirty="0">
                <a:solidFill>
                  <a:srgbClr val="FFFFFF"/>
                </a:solidFill>
              </a:rPr>
              <a:t> Martin</a:t>
            </a:r>
          </a:p>
          <a:p>
            <a:r>
              <a:rPr lang="hu-HU" dirty="0" err="1">
                <a:solidFill>
                  <a:srgbClr val="FFFFFF"/>
                </a:solidFill>
              </a:rPr>
              <a:t>Hegymegi</a:t>
            </a:r>
            <a:r>
              <a:rPr lang="hu-HU" dirty="0">
                <a:solidFill>
                  <a:srgbClr val="FFFFFF"/>
                </a:solidFill>
              </a:rPr>
              <a:t>-Kiss Ákos</a:t>
            </a:r>
          </a:p>
          <a:p>
            <a:r>
              <a:rPr lang="hu-HU" dirty="0">
                <a:solidFill>
                  <a:srgbClr val="FFFFFF"/>
                </a:solidFill>
              </a:rPr>
              <a:t>Péterffy Dominika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D96A694-258D-4418-A83C-B9BA72FD4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115300" y="1780927"/>
            <a:ext cx="0" cy="3390901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sx="88000" sy="88000" algn="tl" rotWithShape="0">
              <a:prstClr val="black">
                <a:alpha val="26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9618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750"/>
                            </p:stCondLst>
                            <p:childTnLst>
                              <p:par>
                                <p:cTn id="16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2" presetClass="entr" presetSubtype="8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E8D919-FE6E-C640-F4F9-480EFF2AF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bg1"/>
                </a:solidFill>
              </a:rPr>
              <a:t>Webshop projekt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1EFE69-8094-0367-1F3C-20675CA4B8A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rgbClr val="92CDFF">
              <a:alpha val="87000"/>
            </a:srgb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b="1" dirty="0"/>
              <a:t>Csapatunk egy állatos webshopot készít, ahol háziállatoknak lehet felszereléseket, eledelt vásárolni. Azért választottuk ezt a témát, mert mindhárman szeretjük az állatokat.</a:t>
            </a:r>
          </a:p>
          <a:p>
            <a:pPr marL="0" indent="0">
              <a:buNone/>
            </a:pPr>
            <a:r>
              <a:rPr lang="hu-HU" sz="2400" b="1" dirty="0"/>
              <a:t>A projekt során felhasznált programozási nyelvek jelen terv szerint: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b="1" dirty="0"/>
              <a:t> Frontend: </a:t>
            </a:r>
            <a:r>
              <a:rPr lang="hu-HU" sz="2400" b="1" dirty="0" err="1"/>
              <a:t>html</a:t>
            </a:r>
            <a:r>
              <a:rPr lang="hu-HU" sz="2400" b="1" dirty="0"/>
              <a:t>, </a:t>
            </a:r>
            <a:r>
              <a:rPr lang="hu-HU" sz="2400" b="1" dirty="0" err="1"/>
              <a:t>css</a:t>
            </a:r>
            <a:r>
              <a:rPr lang="hu-HU" sz="2400" b="1" dirty="0"/>
              <a:t>, </a:t>
            </a:r>
            <a:r>
              <a:rPr lang="hu-HU" sz="2400" b="1" dirty="0" err="1"/>
              <a:t>javascript</a:t>
            </a:r>
            <a:endParaRPr lang="hu-HU" sz="2400" b="1" dirty="0"/>
          </a:p>
          <a:p>
            <a:pPr>
              <a:buFont typeface="Wingdings" panose="05000000000000000000" pitchFamily="2" charset="2"/>
              <a:buChar char="Ø"/>
            </a:pPr>
            <a:r>
              <a:rPr lang="hu-HU" sz="2400" b="1" dirty="0"/>
              <a:t> Backend: ?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sz="2400" b="1" dirty="0"/>
              <a:t> Adatbázis: </a:t>
            </a:r>
            <a:r>
              <a:rPr lang="hu-HU" sz="2400" b="1" dirty="0" err="1"/>
              <a:t>mysql</a:t>
            </a:r>
            <a:r>
              <a:rPr lang="hu-HU" sz="2400" b="1" dirty="0"/>
              <a:t>, php</a:t>
            </a:r>
          </a:p>
        </p:txBody>
      </p:sp>
    </p:spTree>
    <p:extLst>
      <p:ext uri="{BB962C8B-B14F-4D97-AF65-F5344CB8AC3E}">
        <p14:creationId xmlns:p14="http://schemas.microsoft.com/office/powerpoint/2010/main" val="5953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F830C5-CA50-0A09-A33E-FD1CD322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sz="5400" dirty="0">
                <a:solidFill>
                  <a:schemeClr val="bg1"/>
                </a:solidFill>
              </a:rPr>
              <a:t>Webshop projekt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499F4E6-770B-8605-10E0-9D9F6B3B6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56331997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65</Words>
  <Application>Microsoft Office PowerPoint</Application>
  <PresentationFormat>Szélesvásznú</PresentationFormat>
  <Paragraphs>11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8" baseType="lpstr">
      <vt:lpstr>Arial</vt:lpstr>
      <vt:lpstr>Calisto MT</vt:lpstr>
      <vt:lpstr>Univers Condensed</vt:lpstr>
      <vt:lpstr>Wingdings</vt:lpstr>
      <vt:lpstr>ChronicleVTI</vt:lpstr>
      <vt:lpstr>Projektmunka</vt:lpstr>
      <vt:lpstr>Webshop projekt</vt:lpstr>
      <vt:lpstr>Webshop projekt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Péterffy Dominika</dc:creator>
  <cp:lastModifiedBy>Péterffy Dominika</cp:lastModifiedBy>
  <cp:revision>7</cp:revision>
  <dcterms:created xsi:type="dcterms:W3CDTF">2025-09-30T07:10:00Z</dcterms:created>
  <dcterms:modified xsi:type="dcterms:W3CDTF">2025-09-30T09:02:15Z</dcterms:modified>
</cp:coreProperties>
</file>