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5EDE20-9FB5-0E8B-1C46-9B8C6782E3F8}" v="894" dt="2025-10-06T15:30:15.4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94660"/>
  </p:normalViewPr>
  <p:slideViewPr>
    <p:cSldViewPr snapToGrid="0">
      <p:cViewPr varScale="1">
        <p:scale>
          <a:sx n="70" d="100"/>
          <a:sy n="70" d="100"/>
        </p:scale>
        <p:origin x="78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160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86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43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41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21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199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63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912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495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403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946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251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A25596-73E9-AB56-F86B-4CBAE2AD37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909" b="91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FF86074-92F8-5BC3-58D3-DC960BDC5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hu-HU" dirty="0">
                <a:solidFill>
                  <a:srgbClr val="FFFFFF"/>
                </a:solidFill>
              </a:rPr>
              <a:t>Projektmunka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592E7E4-4195-44BF-EAE0-7FDB983008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77944" y="2372588"/>
            <a:ext cx="2683352" cy="1981201"/>
          </a:xfrm>
        </p:spPr>
        <p:txBody>
          <a:bodyPr anchor="ctr">
            <a:normAutofit/>
          </a:bodyPr>
          <a:lstStyle/>
          <a:p>
            <a:r>
              <a:rPr lang="hu-HU" dirty="0" err="1">
                <a:solidFill>
                  <a:srgbClr val="FFFFFF"/>
                </a:solidFill>
              </a:rPr>
              <a:t>Kamecz</a:t>
            </a:r>
            <a:r>
              <a:rPr lang="hu-HU" dirty="0">
                <a:solidFill>
                  <a:srgbClr val="FFFFFF"/>
                </a:solidFill>
              </a:rPr>
              <a:t> Martin</a:t>
            </a:r>
          </a:p>
          <a:p>
            <a:r>
              <a:rPr lang="hu-HU" dirty="0" err="1">
                <a:solidFill>
                  <a:srgbClr val="FFFFFF"/>
                </a:solidFill>
              </a:rPr>
              <a:t>Hegymegi</a:t>
            </a:r>
            <a:r>
              <a:rPr lang="hu-HU" dirty="0">
                <a:solidFill>
                  <a:srgbClr val="FFFFFF"/>
                </a:solidFill>
              </a:rPr>
              <a:t>-Kiss Ákos</a:t>
            </a:r>
          </a:p>
          <a:p>
            <a:r>
              <a:rPr lang="hu-HU" dirty="0">
                <a:solidFill>
                  <a:srgbClr val="FFFFFF"/>
                </a:solidFill>
              </a:rPr>
              <a:t>Péterffy Dominika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961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E8D919-FE6E-C640-F4F9-480EFF2AF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5400" dirty="0">
                <a:solidFill>
                  <a:schemeClr val="bg1"/>
                </a:solidFill>
              </a:rPr>
              <a:t>Webshop projekt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21EFE69-8094-0367-1F3C-20675CA4B8A3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92CDFF">
              <a:alpha val="87000"/>
            </a:srgb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b="1" dirty="0"/>
              <a:t>Csapatunk egy állatos webshopot készít, ahol háziállatoknak lehet felszereléseket, eledelt vásárolni. Azért választottuk ezt a témát, mert mindhárman szeretjük az állatokat.</a:t>
            </a:r>
          </a:p>
          <a:p>
            <a:pPr marL="0" indent="0">
              <a:buNone/>
            </a:pPr>
            <a:r>
              <a:rPr lang="hu-HU" sz="2400" b="1" dirty="0"/>
              <a:t>A projekt során felhasznált programozási nyelvek jelen terv szerint: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sz="2400" b="1" dirty="0"/>
              <a:t> Frontend: </a:t>
            </a:r>
            <a:r>
              <a:rPr lang="hu-HU" sz="2400" b="1" dirty="0" err="1"/>
              <a:t>html</a:t>
            </a:r>
            <a:r>
              <a:rPr lang="hu-HU" sz="2400" b="1" dirty="0"/>
              <a:t>, </a:t>
            </a:r>
            <a:r>
              <a:rPr lang="hu-HU" sz="2400" b="1" dirty="0" err="1"/>
              <a:t>css</a:t>
            </a:r>
            <a:r>
              <a:rPr lang="hu-HU" sz="2400" b="1" dirty="0"/>
              <a:t>, </a:t>
            </a:r>
            <a:r>
              <a:rPr lang="hu-HU" sz="2400" b="1" dirty="0" err="1"/>
              <a:t>javascript</a:t>
            </a:r>
            <a:endParaRPr lang="hu-HU" sz="24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hu-HU" sz="2400" b="1" dirty="0"/>
              <a:t> Backend: 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sz="2400" b="1" dirty="0"/>
              <a:t> Adatbázis: </a:t>
            </a:r>
            <a:r>
              <a:rPr lang="hu-HU" sz="2400" b="1" dirty="0" err="1"/>
              <a:t>mysql</a:t>
            </a:r>
            <a:r>
              <a:rPr lang="hu-HU" sz="2400" b="1" dirty="0"/>
              <a:t>, php</a:t>
            </a:r>
          </a:p>
        </p:txBody>
      </p:sp>
    </p:spTree>
    <p:extLst>
      <p:ext uri="{BB962C8B-B14F-4D97-AF65-F5344CB8AC3E}">
        <p14:creationId xmlns:p14="http://schemas.microsoft.com/office/powerpoint/2010/main" val="59536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988C6F-F9D8-3CF3-9F73-7BCFE969F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585" y="2223738"/>
            <a:ext cx="7480610" cy="36836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F14072-07F2-D78C-C384-4018615DBAE6}"/>
              </a:ext>
            </a:extLst>
          </p:cNvPr>
          <p:cNvSpPr txBox="1"/>
          <p:nvPr/>
        </p:nvSpPr>
        <p:spPr>
          <a:xfrm>
            <a:off x="717643" y="1060729"/>
            <a:ext cx="1093216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 </a:t>
            </a:r>
            <a:r>
              <a:rPr lang="en-US" err="1"/>
              <a:t>Főoldalon</a:t>
            </a:r>
            <a:r>
              <a:rPr lang="en-US" dirty="0"/>
              <a:t> </a:t>
            </a:r>
            <a:r>
              <a:rPr lang="en-US" err="1"/>
              <a:t>megtalálható</a:t>
            </a:r>
            <a:r>
              <a:rPr lang="en-US" dirty="0"/>
              <a:t>, </a:t>
            </a:r>
            <a:r>
              <a:rPr lang="en-US" err="1"/>
              <a:t>hogy</a:t>
            </a:r>
            <a:r>
              <a:rPr lang="en-US" dirty="0"/>
              <a:t> </a:t>
            </a:r>
            <a:r>
              <a:rPr lang="en-US" err="1"/>
              <a:t>milyen</a:t>
            </a:r>
            <a:r>
              <a:rPr lang="en-US" dirty="0"/>
              <a:t> </a:t>
            </a:r>
            <a:r>
              <a:rPr lang="en-US" err="1"/>
              <a:t>fajta</a:t>
            </a:r>
            <a:r>
              <a:rPr lang="en-US" dirty="0"/>
              <a:t> </a:t>
            </a:r>
            <a:r>
              <a:rPr lang="en-US" err="1"/>
              <a:t>állatokhoz</a:t>
            </a:r>
            <a:r>
              <a:rPr lang="en-US" dirty="0"/>
              <a:t> </a:t>
            </a:r>
            <a:r>
              <a:rPr lang="en-US" err="1"/>
              <a:t>lehet</a:t>
            </a:r>
            <a:r>
              <a:rPr lang="en-US" dirty="0"/>
              <a:t> </a:t>
            </a:r>
            <a:r>
              <a:rPr lang="en-US" err="1"/>
              <a:t>vásárolni</a:t>
            </a:r>
            <a:r>
              <a:rPr lang="en-US" dirty="0"/>
              <a:t>. Pl:_</a:t>
            </a:r>
            <a:r>
              <a:rPr lang="en-US" err="1"/>
              <a:t>játékok,eledelek,és</a:t>
            </a:r>
            <a:r>
              <a:rPr lang="en-US" dirty="0"/>
              <a:t> </a:t>
            </a:r>
            <a:r>
              <a:rPr lang="en-US" err="1"/>
              <a:t>többi</a:t>
            </a:r>
            <a:r>
              <a:rPr lang="en-US" dirty="0"/>
              <a:t> </a:t>
            </a:r>
            <a:r>
              <a:rPr lang="en-US" err="1"/>
              <a:t>szükséges</a:t>
            </a:r>
            <a:r>
              <a:rPr lang="en-US" dirty="0"/>
              <a:t> </a:t>
            </a:r>
            <a:r>
              <a:rPr lang="en-US" err="1"/>
              <a:t>tárgy</a:t>
            </a:r>
            <a:r>
              <a:rPr lang="en-US" dirty="0"/>
              <a:t> a </a:t>
            </a:r>
            <a:r>
              <a:rPr lang="en-US" err="1"/>
              <a:t>kedvencek</a:t>
            </a:r>
            <a:r>
              <a:rPr lang="en-US" dirty="0"/>
              <a:t> </a:t>
            </a:r>
            <a:r>
              <a:rPr lang="en-US" err="1"/>
              <a:t>tartásához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6331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86764C-C3BA-C574-8880-B8E5DEA99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731" y="1864719"/>
            <a:ext cx="7963831" cy="40206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8CD4E0-403F-F3C4-577E-B59C1297D1B3}"/>
              </a:ext>
            </a:extLst>
          </p:cNvPr>
          <p:cNvSpPr txBox="1"/>
          <p:nvPr/>
        </p:nvSpPr>
        <p:spPr>
          <a:xfrm>
            <a:off x="708598" y="1054038"/>
            <a:ext cx="1077976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Pl:_ A </a:t>
            </a:r>
            <a:r>
              <a:rPr lang="en-US" dirty="0" err="1"/>
              <a:t>hüllők</a:t>
            </a:r>
            <a:r>
              <a:rPr lang="en-US" dirty="0"/>
              <a:t> </a:t>
            </a:r>
            <a:r>
              <a:rPr lang="en-US" dirty="0" err="1"/>
              <a:t>oldalon</a:t>
            </a:r>
            <a:r>
              <a:rPr lang="en-US" dirty="0"/>
              <a:t> </a:t>
            </a:r>
            <a:r>
              <a:rPr lang="en-US" dirty="0" err="1"/>
              <a:t>láthatunk</a:t>
            </a:r>
            <a:r>
              <a:rPr lang="en-US" dirty="0"/>
              <a:t> </a:t>
            </a:r>
            <a:r>
              <a:rPr lang="en-US" dirty="0" err="1"/>
              <a:t>többféle</a:t>
            </a:r>
            <a:r>
              <a:rPr lang="en-US" dirty="0"/>
              <a:t> </a:t>
            </a:r>
            <a:r>
              <a:rPr lang="en-US" dirty="0" err="1"/>
              <a:t>terráriumot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lámpákat</a:t>
            </a:r>
            <a:r>
              <a:rPr lang="en-US" dirty="0"/>
              <a:t> is. </a:t>
            </a:r>
            <a:r>
              <a:rPr lang="en-US" dirty="0" err="1"/>
              <a:t>Amiket</a:t>
            </a:r>
            <a:r>
              <a:rPr lang="en-US" dirty="0"/>
              <a:t> ha </a:t>
            </a:r>
            <a:r>
              <a:rPr lang="en-US" dirty="0" err="1"/>
              <a:t>szeretnénk</a:t>
            </a:r>
            <a:r>
              <a:rPr lang="en-US" dirty="0"/>
              <a:t> </a:t>
            </a:r>
            <a:r>
              <a:rPr lang="en-US" dirty="0" err="1"/>
              <a:t>akkor</a:t>
            </a:r>
            <a:r>
              <a:rPr lang="en-US" dirty="0"/>
              <a:t> </a:t>
            </a:r>
            <a:r>
              <a:rPr lang="en-US" dirty="0" err="1"/>
              <a:t>kosárba</a:t>
            </a:r>
            <a:r>
              <a:rPr lang="en-US" dirty="0"/>
              <a:t> is </a:t>
            </a:r>
            <a:r>
              <a:rPr lang="en-US" dirty="0" err="1"/>
              <a:t>tehetjük</a:t>
            </a:r>
            <a:r>
              <a:rPr lang="en-US"/>
              <a:t> őket.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05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D1C4FC-191E-32E6-0E92-2D8156466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33" y="283761"/>
            <a:ext cx="7118195" cy="35119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636891-D10A-A983-4E53-50989CAF3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927" y="4269255"/>
            <a:ext cx="9144000" cy="21945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A43305-6C1A-2761-1057-35FDE49E138F}"/>
              </a:ext>
            </a:extLst>
          </p:cNvPr>
          <p:cNvSpPr txBox="1"/>
          <p:nvPr/>
        </p:nvSpPr>
        <p:spPr>
          <a:xfrm>
            <a:off x="7790985" y="2111669"/>
            <a:ext cx="41148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 </a:t>
            </a:r>
            <a:r>
              <a:rPr lang="en-US" dirty="0" err="1"/>
              <a:t>kosárban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adatainkat</a:t>
            </a:r>
            <a:r>
              <a:rPr lang="en-US" dirty="0"/>
              <a:t> </a:t>
            </a:r>
            <a:r>
              <a:rPr lang="en-US" dirty="0" err="1"/>
              <a:t>láthatjuk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a </a:t>
            </a:r>
            <a:r>
              <a:rPr lang="en-US" dirty="0" err="1"/>
              <a:t>kosarunk</a:t>
            </a:r>
            <a:r>
              <a:rPr lang="en-US" dirty="0"/>
              <a:t> </a:t>
            </a:r>
            <a:r>
              <a:rPr lang="en-US" dirty="0" err="1"/>
              <a:t>tartalma</a:t>
            </a:r>
            <a:r>
              <a:rPr lang="en-US" dirty="0"/>
              <a:t> is </a:t>
            </a:r>
            <a:r>
              <a:rPr lang="en-US" dirty="0" err="1"/>
              <a:t>látható</a:t>
            </a:r>
            <a:r>
              <a:rPr lang="en-US" dirty="0"/>
              <a:t>. A </a:t>
            </a:r>
            <a:r>
              <a:rPr lang="en-US" dirty="0" err="1"/>
              <a:t>kosarban</a:t>
            </a:r>
            <a:r>
              <a:rPr lang="en-US" dirty="0"/>
              <a:t>  a </a:t>
            </a:r>
            <a:r>
              <a:rPr lang="en-US" dirty="0" err="1"/>
              <a:t>kiválasztott</a:t>
            </a:r>
            <a:r>
              <a:rPr lang="en-US" dirty="0"/>
              <a:t> </a:t>
            </a:r>
            <a:r>
              <a:rPr lang="en-US" dirty="0" err="1"/>
              <a:t>termekek</a:t>
            </a:r>
            <a:r>
              <a:rPr lang="en-US" dirty="0"/>
              <a:t> </a:t>
            </a:r>
            <a:r>
              <a:rPr lang="en-US" dirty="0" err="1"/>
              <a:t>vegosszege</a:t>
            </a:r>
            <a:r>
              <a:rPr lang="en-US" dirty="0"/>
              <a:t> is ki van </a:t>
            </a:r>
            <a:r>
              <a:rPr lang="en-US" dirty="0" err="1"/>
              <a:t>írva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8317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327D77-9F08-A739-73BE-8FC4777A5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226387"/>
            <a:ext cx="7620001" cy="37340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6681F5-F52E-8C0A-5201-3715DACCF71B}"/>
              </a:ext>
            </a:extLst>
          </p:cNvPr>
          <p:cNvSpPr txBox="1"/>
          <p:nvPr/>
        </p:nvSpPr>
        <p:spPr>
          <a:xfrm>
            <a:off x="2214880" y="1066800"/>
            <a:ext cx="77622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Ez a </a:t>
            </a:r>
            <a:r>
              <a:rPr lang="en-US" dirty="0" err="1"/>
              <a:t>regisztraciós</a:t>
            </a:r>
            <a:r>
              <a:rPr lang="en-US" dirty="0"/>
              <a:t> </a:t>
            </a:r>
            <a:r>
              <a:rPr lang="en-US" dirty="0" err="1"/>
              <a:t>oldal</a:t>
            </a:r>
            <a:r>
              <a:rPr lang="en-US" dirty="0"/>
              <a:t> </a:t>
            </a:r>
            <a:r>
              <a:rPr lang="en-US" dirty="0" err="1"/>
              <a:t>ahol</a:t>
            </a:r>
            <a:r>
              <a:rPr lang="en-US" dirty="0"/>
              <a:t> ha mar van </a:t>
            </a:r>
            <a:r>
              <a:rPr lang="en-US" dirty="0" err="1"/>
              <a:t>fiokunk</a:t>
            </a:r>
            <a:r>
              <a:rPr lang="en-US" dirty="0"/>
              <a:t> </a:t>
            </a:r>
            <a:r>
              <a:rPr lang="en-US" dirty="0" err="1"/>
              <a:t>akkor</a:t>
            </a:r>
            <a:r>
              <a:rPr lang="en-US" dirty="0"/>
              <a:t> a </a:t>
            </a:r>
            <a:r>
              <a:rPr lang="en-US" dirty="0" err="1"/>
              <a:t>kek</a:t>
            </a:r>
            <a:r>
              <a:rPr lang="en-US" dirty="0"/>
              <a:t> </a:t>
            </a:r>
            <a:r>
              <a:rPr lang="en-US" dirty="0" err="1"/>
              <a:t>Szovegre</a:t>
            </a:r>
            <a:r>
              <a:rPr lang="en-US" dirty="0"/>
              <a:t> </a:t>
            </a:r>
            <a:r>
              <a:rPr lang="en-US" dirty="0" err="1"/>
              <a:t>kattintva</a:t>
            </a:r>
            <a:r>
              <a:rPr lang="en-US" dirty="0"/>
              <a:t> </a:t>
            </a:r>
            <a:r>
              <a:rPr lang="en-US" dirty="0" err="1"/>
              <a:t>átdob</a:t>
            </a:r>
            <a:r>
              <a:rPr lang="en-US" dirty="0"/>
              <a:t> a </a:t>
            </a:r>
            <a:r>
              <a:rPr lang="en-US" dirty="0" err="1"/>
              <a:t>bejelentkezésre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7827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FEFCB37-0854-8850-6D45-6CE8B29204C7}"/>
              </a:ext>
            </a:extLst>
          </p:cNvPr>
          <p:cNvSpPr txBox="1"/>
          <p:nvPr/>
        </p:nvSpPr>
        <p:spPr>
          <a:xfrm>
            <a:off x="2012547" y="1060357"/>
            <a:ext cx="77419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Ahol</a:t>
            </a:r>
            <a:r>
              <a:rPr lang="en-US" dirty="0"/>
              <a:t> ha </a:t>
            </a:r>
            <a:r>
              <a:rPr lang="en-US" dirty="0" err="1"/>
              <a:t>sikerult</a:t>
            </a:r>
            <a:r>
              <a:rPr lang="en-US" dirty="0"/>
              <a:t> </a:t>
            </a:r>
            <a:r>
              <a:rPr lang="en-US" dirty="0" err="1"/>
              <a:t>belépni</a:t>
            </a:r>
            <a:r>
              <a:rPr lang="en-US" dirty="0"/>
              <a:t> </a:t>
            </a:r>
            <a:r>
              <a:rPr lang="en-US" dirty="0" err="1"/>
              <a:t>akkor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oldal</a:t>
            </a:r>
            <a:r>
              <a:rPr lang="en-US" dirty="0"/>
              <a:t> </a:t>
            </a:r>
            <a:r>
              <a:rPr lang="en-US" dirty="0" err="1"/>
              <a:t>feldob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uzenetet</a:t>
            </a:r>
            <a:r>
              <a:rPr lang="en-US" dirty="0"/>
              <a:t> </a:t>
            </a:r>
            <a:r>
              <a:rPr lang="en-US" dirty="0" err="1"/>
              <a:t>hogy</a:t>
            </a:r>
            <a:r>
              <a:rPr lang="en-US" dirty="0"/>
              <a:t> "</a:t>
            </a:r>
            <a:r>
              <a:rPr lang="en-US" dirty="0" err="1"/>
              <a:t>Sikeres</a:t>
            </a:r>
            <a:r>
              <a:rPr lang="en-US" dirty="0"/>
              <a:t> </a:t>
            </a:r>
            <a:r>
              <a:rPr lang="en-US" dirty="0" err="1"/>
              <a:t>bejelentkezés</a:t>
            </a:r>
            <a:r>
              <a:rPr lang="en-US" dirty="0"/>
              <a:t>".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1E6BD0-EE5C-0D1D-8F3C-C611A5676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038" y="2541316"/>
            <a:ext cx="7781925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41613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65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ChronicleVTI</vt:lpstr>
      <vt:lpstr>Projektmunka</vt:lpstr>
      <vt:lpstr>Webshop projekt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Péterffy Dominika</dc:creator>
  <cp:lastModifiedBy>Péterffy Dominika</cp:lastModifiedBy>
  <cp:revision>142</cp:revision>
  <dcterms:created xsi:type="dcterms:W3CDTF">2025-09-30T07:10:00Z</dcterms:created>
  <dcterms:modified xsi:type="dcterms:W3CDTF">2025-10-06T18:03:00Z</dcterms:modified>
</cp:coreProperties>
</file>